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PPTX upload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Runtime PPTX upload check slide deck title for grounded extraction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deck validates extraction, chunking, vector ready, and graph ready downstream states.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